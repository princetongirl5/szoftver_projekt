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Bemutatkozás: C#ardio, a név a C# backendből jön. Egy mondatban: heti edzéstervet generál a felhasználó céljából, eszközeiből és szabad napjaiból.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varázsló öt lépése megfelel a backend GeneratePlanRequest mezőinek: goal, location, equipmentIds, days, sessionMinutes, difficulty. Otthon csak a kiválasztott eszközökhöz tartozó (vagy eszköz nélküli) gyakorlatok jöhetnek, teremben minden.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szabályok a backend/src/.../Services/WorkoutGenerator.cs fájlban vannak, a PlansController csak validál, ment és visszaolvas. Validáció: 2-6 különböző nap, 45/60/75/90 perc, létező eszközazonosítók, különben 400 ValidationProblem.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mockupok vázlatok, nem pixelpontos specifikációk. A kiválasztott változatok: Landing v3, Wizard v6, Weekly plan v1, Stats v5. A tokenek a docs/ui/tokens mappában (Light, Dark, Size) vannak, a frontend a src/styles/tokens.css-ben használja őket.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heti terv (dashboard) már elkészült Angularban a /week útvonalon. A statisztikához a docs/api/stats-api.md javaslat tartozik (GET /api/stats?weeks=12), új tábla nélkül, a kipipált gyakorlatokból számolva.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frontend először mock szolgáltatással készült a közös API-javaslat (docs/api/plan-api.md) alapján, majd a #23-as PR-ral átkapcsoltuk a valódi backendre. A MockPlanService megmaradt, egy sorral visszakapcsolható.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Állapot a main ágon: utolsó merge a #24 (feat: generate full weekly workout plan), 2026.10.25. Demó: varázsló kitöltése, generálás, átirányítás a heti tervre, egy gyakorlat kipipálása.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c#ardio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0" y="6400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Szoftverfejlesztés mérnököknek · 2026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ó"/>
          <p:cNvSpPr txBox="1"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ardio</a:t>
            </a:r>
            <a:endParaRPr lang="en-US" sz="2200" dirty="0"/>
          </a:p>
        </p:txBody>
      </p:sp>
      <p:sp>
        <p:nvSpPr>
          <p:cNvPr id="3" name="Cím"/>
          <p:cNvSpPr txBox="1"/>
          <p:nvPr/>
        </p:nvSpPr>
        <p:spPr>
          <a:xfrm>
            <a:off x="640080" y="2011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</a:rPr>
              <a:t>Okos edzésterv-generáló</a:t>
            </a:r>
            <a:endParaRPr lang="en-US" sz="3800" dirty="0"/>
          </a:p>
        </p:txBody>
      </p:sp>
      <p:sp>
        <p:nvSpPr>
          <p:cNvPr id="4" name="Alcím"/>
          <p:cNvSpPr txBox="1"/>
          <p:nvPr/>
        </p:nvSpPr>
        <p:spPr>
          <a:xfrm>
            <a:off x="640080" y="3429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Megadod a célod, az eszközeid és a napjaid, a C#ardio pedig összerakja a heti tervedet.</a:t>
            </a:r>
            <a:endParaRPr lang="en-US" sz="1600" dirty="0"/>
          </a:p>
        </p:txBody>
      </p:sp>
      <p:sp>
        <p:nvSpPr>
          <p:cNvPr id="5" name="Csapat"/>
          <p:cNvSpPr txBox="1"/>
          <p:nvPr/>
        </p:nvSpPr>
        <p:spPr>
          <a:xfrm>
            <a:off x="640080" y="5303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ILMS csapat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Szoftverfejlesztés mérnököknek · 2026. október 26.</a:t>
            </a:r>
            <a:endParaRPr lang="en-US" sz="1300" dirty="0"/>
          </a:p>
        </p:txBody>
      </p:sp>
      <p:sp>
        <p:nvSpPr>
          <p:cNvPr id="6" name="Landing képernyő (Figma) árnyék"/>
          <p:cNvSpPr/>
          <p:nvPr/>
        </p:nvSpPr>
        <p:spPr>
          <a:xfrm>
            <a:off x="5888736" y="1472184"/>
            <a:ext cx="5852160" cy="365760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7" name="Landing képernyő (Figma)" descr="Landing képernyő (Figm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417320"/>
            <a:ext cx="5852160" cy="3657600"/>
          </a:xfrm>
          <a:prstGeom prst="rect">
            <a:avLst/>
          </a:prstGeom>
        </p:spPr>
      </p:pic>
      <p:sp>
        <p:nvSpPr>
          <p:cNvPr id="8" name="Landing képernyő (Figma) keret"/>
          <p:cNvSpPr/>
          <p:nvPr/>
        </p:nvSpPr>
        <p:spPr>
          <a:xfrm>
            <a:off x="5852160" y="1417320"/>
            <a:ext cx="5852160" cy="3657600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ÜZLETI LOGIKA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Öt kérdésből egy teljes heti terv</a:t>
            </a:r>
            <a:endParaRPr lang="en-US" sz="2800" dirty="0"/>
          </a:p>
        </p:txBody>
      </p:sp>
      <p:sp>
        <p:nvSpPr>
          <p:cNvPr id="4" name="Lépés 1"/>
          <p:cNvSpPr/>
          <p:nvPr/>
        </p:nvSpPr>
        <p:spPr>
          <a:xfrm>
            <a:off x="548640" y="1737360"/>
            <a:ext cx="21031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Szám 1"/>
          <p:cNvSpPr/>
          <p:nvPr/>
        </p:nvSpPr>
        <p:spPr>
          <a:xfrm>
            <a:off x="73152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Cél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70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Erő · Izomépítés · Állóképesség · Általános fittség</a:t>
            </a:r>
            <a:endParaRPr lang="en-US" sz="1100" dirty="0"/>
          </a:p>
        </p:txBody>
      </p:sp>
      <p:sp>
        <p:nvSpPr>
          <p:cNvPr id="9" name="Lépés 2"/>
          <p:cNvSpPr/>
          <p:nvPr/>
        </p:nvSpPr>
        <p:spPr>
          <a:xfrm>
            <a:off x="2788920" y="1737360"/>
            <a:ext cx="21031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zám 2"/>
          <p:cNvSpPr/>
          <p:nvPr/>
        </p:nvSpPr>
        <p:spPr>
          <a:xfrm>
            <a:off x="297180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Helyszín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770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Edzőterem, vagy otthon a saját eszközökkel</a:t>
            </a:r>
            <a:endParaRPr lang="en-US" sz="1100" dirty="0"/>
          </a:p>
        </p:txBody>
      </p:sp>
      <p:sp>
        <p:nvSpPr>
          <p:cNvPr id="14" name="Lépés 3"/>
          <p:cNvSpPr/>
          <p:nvPr/>
        </p:nvSpPr>
        <p:spPr>
          <a:xfrm>
            <a:off x="5029200" y="1737360"/>
            <a:ext cx="21031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zám 3"/>
          <p:cNvSpPr/>
          <p:nvPr/>
        </p:nvSpPr>
        <p:spPr>
          <a:xfrm>
            <a:off x="521208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Napok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770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2-6 edzésnap a héten</a:t>
            </a:r>
            <a:endParaRPr lang="en-US" sz="1100" dirty="0"/>
          </a:p>
        </p:txBody>
      </p:sp>
      <p:sp>
        <p:nvSpPr>
          <p:cNvPr id="19" name="Lépés 4"/>
          <p:cNvSpPr/>
          <p:nvPr/>
        </p:nvSpPr>
        <p:spPr>
          <a:xfrm>
            <a:off x="7269480" y="1737360"/>
            <a:ext cx="21031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zám 4"/>
          <p:cNvSpPr/>
          <p:nvPr/>
        </p:nvSpPr>
        <p:spPr>
          <a:xfrm>
            <a:off x="745236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Edzés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770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45 / 60 / 75 / 90 perc, Kezdő / Haladó / Profi</a:t>
            </a:r>
            <a:endParaRPr lang="en-US" sz="1100" dirty="0"/>
          </a:p>
        </p:txBody>
      </p:sp>
      <p:sp>
        <p:nvSpPr>
          <p:cNvPr id="24" name="Lépés 5"/>
          <p:cNvSpPr/>
          <p:nvPr/>
        </p:nvSpPr>
        <p:spPr>
          <a:xfrm>
            <a:off x="9509760" y="1737360"/>
            <a:ext cx="2103120" cy="1691640"/>
          </a:xfrm>
          <a:prstGeom prst="roundRect">
            <a:avLst>
              <a:gd name="adj" fmla="val 4324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Szám 5"/>
          <p:cNvSpPr/>
          <p:nvPr/>
        </p:nvSpPr>
        <p:spPr>
          <a:xfrm>
            <a:off x="969264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Összegzés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770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Ellenőrzés, majd generálás</a:t>
            </a:r>
            <a:endParaRPr lang="en-US" sz="1100" dirty="0"/>
          </a:p>
        </p:txBody>
      </p:sp>
      <p:sp>
        <p:nvSpPr>
          <p:cNvPr id="29" name="Eredmény sáv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749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Eredmény: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hétfőtől vasárnapig mind a 7 nap, a kijelölt napokon edzéssel, a többin pihenővel. A gyakorlatok a heti nézetben kipipálhatók, és újratervezéskor az aktuális hét terve felülíródik.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Hatókör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Benne van: otthoni és termi edzés, eszközszűrés, heti terv, kipipálás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Kimaradt: naptár és külső sportok (foci, futás), felhasználókezelés (egy alapértelmezett felhasználó)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ÜZLETI LOGIKA · GENERÁTOR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Egyszerű, tesztelhető szabályok, gépi tanulás nélkül</a:t>
            </a:r>
            <a:endParaRPr lang="en-US" sz="2800" dirty="0"/>
          </a:p>
        </p:txBody>
      </p:sp>
      <p:sp>
        <p:nvSpPr>
          <p:cNvPr id="4" name="Szabály: Felosztás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Jelölő"/>
          <p:cNvSpPr/>
          <p:nvPr/>
        </p:nvSpPr>
        <p:spPr>
          <a:xfrm>
            <a:off x="777240" y="196596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Felosztás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Legfeljebb 3 nap: teljes testes edzések.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 vagy több nap: felsőtest és alsótest váltakozik.</a:t>
            </a:r>
            <a:endParaRPr lang="en-US" sz="1200" dirty="0"/>
          </a:p>
        </p:txBody>
      </p:sp>
      <p:sp>
        <p:nvSpPr>
          <p:cNvPr id="8" name="Szabály: Gyakorlatszám"/>
          <p:cNvSpPr/>
          <p:nvPr/>
        </p:nvSpPr>
        <p:spPr>
          <a:xfrm>
            <a:off x="429768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Jelölő"/>
          <p:cNvSpPr/>
          <p:nvPr/>
        </p:nvSpPr>
        <p:spPr>
          <a:xfrm>
            <a:off x="4526280" y="196596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Gyakorlatszám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Az edzés hossza dönt: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45 perc = 4, 60 = 5, 75 = 6, 90 = 7 gyakorlat.</a:t>
            </a:r>
            <a:endParaRPr lang="en-US" sz="1200" dirty="0"/>
          </a:p>
        </p:txBody>
      </p:sp>
      <p:sp>
        <p:nvSpPr>
          <p:cNvPr id="12" name="Szabály: Ismétlés a célból"/>
          <p:cNvSpPr/>
          <p:nvPr/>
        </p:nvSpPr>
        <p:spPr>
          <a:xfrm>
            <a:off x="8046720" y="169164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Jelölő"/>
          <p:cNvSpPr/>
          <p:nvPr/>
        </p:nvSpPr>
        <p:spPr>
          <a:xfrm>
            <a:off x="8275320" y="196596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0768" y="1920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Ismétlés a célból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4231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Erő 5 · Izomépítés 10 · Általános 12 · Állóképesség 18 ismétlés.</a:t>
            </a:r>
            <a:endParaRPr lang="en-US" sz="1200" dirty="0"/>
          </a:p>
        </p:txBody>
      </p:sp>
      <p:sp>
        <p:nvSpPr>
          <p:cNvPr id="16" name="Szabály: Sorozat a szintből"/>
          <p:cNvSpPr/>
          <p:nvPr/>
        </p:nvSpPr>
        <p:spPr>
          <a:xfrm>
            <a:off x="548640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Jelölő"/>
          <p:cNvSpPr/>
          <p:nvPr/>
        </p:nvSpPr>
        <p:spPr>
          <a:xfrm>
            <a:off x="777240" y="393192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3886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Sorozat a szintből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Kezdő 3 · Haladó 4 · Profi 5 sorozat. A szint felett nehezebb gyakorlat nem kerül be.</a:t>
            </a:r>
            <a:endParaRPr lang="en-US" sz="1200" dirty="0"/>
          </a:p>
        </p:txBody>
      </p:sp>
      <p:sp>
        <p:nvSpPr>
          <p:cNvPr id="20" name="Szabály: Szűrés"/>
          <p:cNvSpPr/>
          <p:nvPr/>
        </p:nvSpPr>
        <p:spPr>
          <a:xfrm>
            <a:off x="4297680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Jelölő"/>
          <p:cNvSpPr/>
          <p:nvPr/>
        </p:nvSpPr>
        <p:spPr>
          <a:xfrm>
            <a:off x="4526280" y="393192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81728" y="3886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Szűrés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Otthon csak a kiválasztott eszközök gyakorlatai, teremben minden gyakorlat engedélyezett.</a:t>
            </a:r>
            <a:endParaRPr lang="en-US" sz="1200" dirty="0"/>
          </a:p>
        </p:txBody>
      </p:sp>
      <p:sp>
        <p:nvSpPr>
          <p:cNvPr id="24" name="Szabály: Változatosság"/>
          <p:cNvSpPr/>
          <p:nvPr/>
        </p:nvSpPr>
        <p:spPr>
          <a:xfrm>
            <a:off x="8046720" y="3657600"/>
            <a:ext cx="356616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Jelölő"/>
          <p:cNvSpPr/>
          <p:nvPr/>
        </p:nvSpPr>
        <p:spPr>
          <a:xfrm>
            <a:off x="8275320" y="3931920"/>
            <a:ext cx="54864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0768" y="38862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Változatosság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4389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Egy napon belül nincs ismétlődés, a héten belül előbb új gyakorlatot választ. Fekvőtámasz alapgyakorlatként.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WorkoutGenerator.cs: adatbázis nélkül fut, 12 xUnit teszt fedi. Kevés gyakorlat esetén rövidebb tervet ad hiba helyett.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MEGJELENÉS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Letisztult, zöld akcentusú felület, világos és sötét módban</a:t>
            </a:r>
            <a:endParaRPr lang="en-US" sz="2800" dirty="0"/>
          </a:p>
        </p:txBody>
      </p:sp>
      <p:sp>
        <p:nvSpPr>
          <p:cNvPr id="4" name="Varázsló: cél lépés (Figma) árnyék"/>
          <p:cNvSpPr/>
          <p:nvPr/>
        </p:nvSpPr>
        <p:spPr>
          <a:xfrm>
            <a:off x="585216" y="1700784"/>
            <a:ext cx="6766560" cy="422910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5" name="Varázsló: cél lépés (Figma)" descr="Varázsló: cél lépés (Figm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766560" cy="4229100"/>
          </a:xfrm>
          <a:prstGeom prst="rect">
            <a:avLst/>
          </a:prstGeom>
        </p:spPr>
      </p:pic>
      <p:sp>
        <p:nvSpPr>
          <p:cNvPr id="6" name="Varázsló: cél lépés (Figma) keret"/>
          <p:cNvSpPr/>
          <p:nvPr/>
        </p:nvSpPr>
        <p:spPr>
          <a:xfrm>
            <a:off x="548640" y="1645920"/>
            <a:ext cx="6766560" cy="4229100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Tervezési döntések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20116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Figmában terveztük, a képernyők a repó docs/ui mappájában vannak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5 lépéses varázsló, jobb oldalt "Miért kérdezzük?" magyarázat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Mono logó: kisbetűs c#ardio, kiemelt "#"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Design tokenek (szín, méret) Figmából exportálva, CSS változóként a frontendben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Magyar nyelvű felület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Színpaletta</a:t>
            </a:r>
            <a:endParaRPr lang="en-US" sz="1200" dirty="0"/>
          </a:p>
        </p:txBody>
      </p:sp>
      <p:sp>
        <p:nvSpPr>
          <p:cNvPr id="10" name="Szín Háttér"/>
          <p:cNvSpPr/>
          <p:nvPr/>
        </p:nvSpPr>
        <p:spPr>
          <a:xfrm>
            <a:off x="7680960" y="484632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F6F7F4"/>
          </a:solidFill>
          <a:ln w="9525">
            <a:solidFill>
              <a:srgbClr val="DADDD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539496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Háttér</a:t>
            </a:r>
            <a:endParaRPr lang="en-US" sz="800" dirty="0"/>
          </a:p>
        </p:txBody>
      </p:sp>
      <p:sp>
        <p:nvSpPr>
          <p:cNvPr id="12" name="Szín Akcentus"/>
          <p:cNvSpPr/>
          <p:nvPr/>
        </p:nvSpPr>
        <p:spPr>
          <a:xfrm>
            <a:off x="8467344" y="484632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4D7C0F"/>
          </a:solidFill>
          <a:ln w="9525">
            <a:solidFill>
              <a:srgbClr val="DADDD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21624" y="539496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Akcentus</a:t>
            </a:r>
            <a:endParaRPr lang="en-US" sz="800" dirty="0"/>
          </a:p>
        </p:txBody>
      </p:sp>
      <p:sp>
        <p:nvSpPr>
          <p:cNvPr id="14" name="Szín Halvány"/>
          <p:cNvSpPr/>
          <p:nvPr/>
        </p:nvSpPr>
        <p:spPr>
          <a:xfrm>
            <a:off x="9253728" y="484632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E8F2D3"/>
          </a:solidFill>
          <a:ln w="9525">
            <a:solidFill>
              <a:srgbClr val="DADDD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08008" y="539496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Halvány</a:t>
            </a:r>
            <a:endParaRPr lang="en-US" sz="800" dirty="0"/>
          </a:p>
        </p:txBody>
      </p:sp>
      <p:sp>
        <p:nvSpPr>
          <p:cNvPr id="16" name="Szín Sötét háttér"/>
          <p:cNvSpPr/>
          <p:nvPr/>
        </p:nvSpPr>
        <p:spPr>
          <a:xfrm>
            <a:off x="10040112" y="484632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101211"/>
          </a:solidFill>
          <a:ln w="9525">
            <a:solidFill>
              <a:srgbClr val="DADDD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994392" y="539496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Sötét háttér</a:t>
            </a:r>
            <a:endParaRPr lang="en-US" sz="800" dirty="0"/>
          </a:p>
        </p:txBody>
      </p:sp>
      <p:sp>
        <p:nvSpPr>
          <p:cNvPr id="18" name="Szín Sötét akcentus"/>
          <p:cNvSpPr/>
          <p:nvPr/>
        </p:nvSpPr>
        <p:spPr>
          <a:xfrm>
            <a:off x="10826496" y="4846320"/>
            <a:ext cx="676656" cy="502920"/>
          </a:xfrm>
          <a:prstGeom prst="roundRect">
            <a:avLst>
              <a:gd name="adj" fmla="val 10909"/>
            </a:avLst>
          </a:prstGeom>
          <a:solidFill>
            <a:srgbClr val="B6F23A"/>
          </a:solidFill>
          <a:ln w="9525">
            <a:solidFill>
              <a:srgbClr val="DADDD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780776" y="539496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Sötét akcentus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MEGJELENÉS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Heti terv és statisztika</a:t>
            </a:r>
            <a:endParaRPr lang="en-US" sz="2800" dirty="0"/>
          </a:p>
        </p:txBody>
      </p:sp>
      <p:sp>
        <p:nvSpPr>
          <p:cNvPr id="4" name="Heti terv képernyő (Figma) árnyék"/>
          <p:cNvSpPr/>
          <p:nvPr/>
        </p:nvSpPr>
        <p:spPr>
          <a:xfrm>
            <a:off x="585216" y="1655064"/>
            <a:ext cx="4520759" cy="397764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5" name="Heti terv képernyő (Figma)" descr="Heti terv képernyő (Figm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520759" cy="3977640"/>
          </a:xfrm>
          <a:prstGeom prst="rect">
            <a:avLst/>
          </a:prstGeom>
        </p:spPr>
      </p:pic>
      <p:sp>
        <p:nvSpPr>
          <p:cNvPr id="6" name="Heti terv képernyő (Figma) keret"/>
          <p:cNvSpPr/>
          <p:nvPr/>
        </p:nvSpPr>
        <p:spPr>
          <a:xfrm>
            <a:off x="548640" y="1600200"/>
            <a:ext cx="4520759" cy="3977640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7" name="Statisztika képernyő (Figma) árnyék"/>
          <p:cNvSpPr/>
          <p:nvPr/>
        </p:nvSpPr>
        <p:spPr>
          <a:xfrm>
            <a:off x="5426015" y="1655064"/>
            <a:ext cx="6223441" cy="3889651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8" name="Statisztika képernyő (Figma)" descr="Statisztika képernyő (Figma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39" y="1600200"/>
            <a:ext cx="6223441" cy="3889651"/>
          </a:xfrm>
          <a:prstGeom prst="rect">
            <a:avLst/>
          </a:prstGeom>
        </p:spPr>
      </p:pic>
      <p:sp>
        <p:nvSpPr>
          <p:cNvPr id="9" name="Statisztika képernyő (Figma) keret"/>
          <p:cNvSpPr/>
          <p:nvPr/>
        </p:nvSpPr>
        <p:spPr>
          <a:xfrm>
            <a:off x="5389439" y="1600200"/>
            <a:ext cx="6223441" cy="3889651"/>
          </a:xfrm>
          <a:prstGeom prst="rect">
            <a:avLst/>
          </a:prstGeom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669280"/>
            <a:ext cx="4520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Heti terv: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napkártyák, a mai edzés gyakorlatai kipipálhatók, haladásjelző, újratervezés.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389439" y="5718451"/>
            <a:ext cx="622344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Statisztika: </a:t>
            </a:r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edzésnapló hőtérkép hetekre bontva, sorozat és teljesítés, erőfejlődés. A backend API-terve kész, a képernyő a demóba nem kell.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AMIT EDDIG CSINÁLTUNK · ARCHITEKTÚRA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Angular frontend, ASP.NET Core backend, összekötve</a:t>
            </a:r>
            <a:endParaRPr lang="en-US" sz="2800" dirty="0"/>
          </a:p>
        </p:txBody>
      </p:sp>
      <p:sp>
        <p:nvSpPr>
          <p:cNvPr id="4" name="Frontend"/>
          <p:cNvSpPr/>
          <p:nvPr/>
        </p:nvSpPr>
        <p:spPr>
          <a:xfrm>
            <a:off x="548640" y="1737360"/>
            <a:ext cx="32918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Angular 21 (standalone)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3347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/plan: 5 lépéses varázsló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/week: heti terv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HttpPlanService a valódi API-hoz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Világos / sötét téma</a:t>
            </a:r>
            <a:endParaRPr lang="en-US" sz="1100" dirty="0"/>
          </a:p>
        </p:txBody>
      </p:sp>
      <p:sp>
        <p:nvSpPr>
          <p:cNvPr id="8" name="Kapcsolat"/>
          <p:cNvSpPr/>
          <p:nvPr/>
        </p:nvSpPr>
        <p:spPr>
          <a:xfrm>
            <a:off x="3913632" y="2903220"/>
            <a:ext cx="44805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9" name="Backend"/>
          <p:cNvSpPr/>
          <p:nvPr/>
        </p:nvSpPr>
        <p:spPr>
          <a:xfrm>
            <a:off x="4434840" y="1737360"/>
            <a:ext cx="32918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ASP.NET Core · .NET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3347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PlansController + WorkoutGenerator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Validáció ValidationProblem-mel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Egy alapértelmezett felhasználó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Budapest szerinti hét (H-V)</a:t>
            </a:r>
            <a:endParaRPr lang="en-US" sz="1100" dirty="0"/>
          </a:p>
        </p:txBody>
      </p:sp>
      <p:sp>
        <p:nvSpPr>
          <p:cNvPr id="13" name="Kapcsolat"/>
          <p:cNvSpPr/>
          <p:nvPr/>
        </p:nvSpPr>
        <p:spPr>
          <a:xfrm>
            <a:off x="7799832" y="2903220"/>
            <a:ext cx="44805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4" name="Adat"/>
          <p:cNvSpPr/>
          <p:nvPr/>
        </p:nvSpPr>
        <p:spPr>
          <a:xfrm>
            <a:off x="8321040" y="1737360"/>
            <a:ext cx="32918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1920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Adat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2240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 · SQLite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633472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12 eszköz (otthoni és termi)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26 gyakorlat magyar seedben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Workout + WorkoutExercise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Migrációk a repóban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REST API (JSON, camelCase, enumok szövegként, /api proxy a 4200-as portról az 5013-asra)</a:t>
            </a:r>
            <a:endParaRPr lang="en-US" sz="1200" dirty="0"/>
          </a:p>
        </p:txBody>
      </p:sp>
      <p:graphicFrame>
        <p:nvGraphicFramePr>
          <p:cNvPr id="7" name="API tábláza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90872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/api/plans/generate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Heti terv generálása a varázsló válaszaiból (201)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/api/plans/current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Az aktuális hét terve, vagy 404, ha még nincs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/api/plans/exercises/{id}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Gyakorlat kipipálása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/api/equipment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Eszközlista a varázsló otthoni lépéséhez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AMIT EDDIG CSINÁLTUNK</a:t>
            </a:r>
            <a:endParaRPr lang="en-US" sz="11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24 pull request, működő végpontok a varázslótól a heti tervig</a:t>
            </a:r>
            <a:endParaRPr lang="en-US" sz="2800" dirty="0"/>
          </a:p>
        </p:txBody>
      </p:sp>
      <p:sp>
        <p:nvSpPr>
          <p:cNvPr id="4" name="Idővonal"/>
          <p:cNvSpPr/>
          <p:nvPr/>
        </p:nvSpPr>
        <p:spPr>
          <a:xfrm>
            <a:off x="1965960" y="1874520"/>
            <a:ext cx="0" cy="260604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okt. 22-23</a:t>
            </a:r>
            <a:endParaRPr lang="en-US" sz="1100" dirty="0"/>
          </a:p>
        </p:txBody>
      </p:sp>
      <p:sp>
        <p:nvSpPr>
          <p:cNvPr id="6" name="Pont"/>
          <p:cNvSpPr/>
          <p:nvPr/>
        </p:nvSpPr>
        <p:spPr>
          <a:xfrm>
            <a:off x="1874520" y="178308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4028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Alapok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0299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Repó, README, dev proxy · adatbázis, entitások, eszköz- és felhasználó-API · Figma mockupok és tokenek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okt. 24</a:t>
            </a:r>
            <a:endParaRPr lang="en-US" sz="1100" dirty="0"/>
          </a:p>
        </p:txBody>
      </p:sp>
      <p:sp>
        <p:nvSpPr>
          <p:cNvPr id="10" name="Pont"/>
          <p:cNvSpPr/>
          <p:nvPr/>
        </p:nvSpPr>
        <p:spPr>
          <a:xfrm>
            <a:off x="1874520" y="26517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4028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Felület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8986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Közös frontend alapok, logó és navigáció · 5 lépéses varázsló · Plan API javaslat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747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okt. 25</a:t>
            </a:r>
            <a:endParaRPr lang="en-US" sz="1100" dirty="0"/>
          </a:p>
        </p:txBody>
      </p:sp>
      <p:sp>
        <p:nvSpPr>
          <p:cNvPr id="14" name="Pont"/>
          <p:cNvSpPr/>
          <p:nvPr/>
        </p:nvSpPr>
        <p:spPr>
          <a:xfrm>
            <a:off x="1874520" y="35204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40280" y="3474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Generátor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240280" y="37673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Heti edzésgenerátor · termi eszközök · heti terv képernyő · Stats API javaslat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43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okt. 25</a:t>
            </a:r>
            <a:endParaRPr lang="en-US" sz="1100" dirty="0"/>
          </a:p>
        </p:txBody>
      </p:sp>
      <p:sp>
        <p:nvSpPr>
          <p:cNvPr id="18" name="Pont"/>
          <p:cNvSpPr/>
          <p:nvPr/>
        </p:nvSpPr>
        <p:spPr>
          <a:xfrm>
            <a:off x="1874520" y="438912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4028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Összekötés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240280" y="46360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Varázsló szövegei a generátorhoz igazítva · frontend a valódi backendre kötve · teljes 7 napos terv</a:t>
            </a:r>
            <a:endParaRPr lang="en-US" sz="1100" dirty="0"/>
          </a:p>
        </p:txBody>
      </p:sp>
      <p:sp>
        <p:nvSpPr>
          <p:cNvPr id="21" name="Csapat"/>
          <p:cNvSpPr/>
          <p:nvPr/>
        </p:nvSpPr>
        <p:spPr>
          <a:xfrm>
            <a:off x="7315200" y="1645920"/>
            <a:ext cx="429768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Ki mit csinált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121408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Iván: varázsló, frontend alapok, Figma, API-terv, összekötés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Lili: edzésgenerátor, teljes heti terv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Milán: heti terv képernyő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Sándor: adatbázis, eszköz- és felhasználó-API, Stats API</a:t>
            </a:r>
            <a:endParaRPr lang="en-US" sz="1100" dirty="0"/>
          </a:p>
        </p:txBody>
      </p:sp>
      <p:sp>
        <p:nvSpPr>
          <p:cNvPr id="24" name="Következő lépések"/>
          <p:cNvSpPr/>
          <p:nvPr/>
        </p:nvSpPr>
        <p:spPr>
          <a:xfrm>
            <a:off x="7315200" y="3703320"/>
            <a:ext cx="429768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Következő lépések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17880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wger import a 26 seed-gyakorlat helyett (CC-BY-SA forrásmegjelöléssel)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Statisztika végpont és képernyő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Súly és ismétlés rögzítése edzés közben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Egységes edzésnevek a képernyőkön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Tesztek: 12 backend (xUnit) és 35 frontend (Vitest) eset · Munkafolyamat: issue, ág, PR, 1 jóváhagyás, squash merge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dio">
  <a:themeElements>
    <a:clrScheme name="Cardio">
      <a:dk1>
        <a:srgbClr val="161816"/>
      </a:dk1>
      <a:lt1>
        <a:srgbClr val="FFFFFF"/>
      </a:lt1>
      <a:dk2>
        <a:srgbClr val="5B6058"/>
      </a:dk2>
      <a:lt2>
        <a:srgbClr val="F6F7F4"/>
      </a:lt2>
      <a:accent1>
        <a:srgbClr val="4D7C0F"/>
      </a:accent1>
      <a:accent2>
        <a:srgbClr val="B6F23A"/>
      </a:accent2>
      <a:accent3>
        <a:srgbClr val="E8F2D3"/>
      </a:accent3>
      <a:accent4>
        <a:srgbClr val="EEF0EA"/>
      </a:accent4>
      <a:accent5>
        <a:srgbClr val="3B6108"/>
      </a:accent5>
      <a:accent6>
        <a:srgbClr val="B45309"/>
      </a:accent6>
      <a:hlink>
        <a:srgbClr val="4D7C0F"/>
      </a:hlink>
      <a:folHlink>
        <a:srgbClr val="3B6108"/>
      </a:folHlink>
    </a:clrScheme>
    <a:fontScheme name="Cardio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C#ardio - projektbemutató</dc:title>
  <dc:subject>PptxGenJS Presentation</dc:subject>
  <dc:creator>ILMS</dc:creator>
  <cp:lastModifiedBy>ILMS</cp:lastModifiedBy>
  <cp:revision>1</cp:revision>
  <dcterms:created xsi:type="dcterms:W3CDTF">2026-10-26T15:18:20Z</dcterms:created>
  <dcterms:modified xsi:type="dcterms:W3CDTF">2026-10-26T15:18:20Z</dcterms:modified>
</cp:coreProperties>
</file>